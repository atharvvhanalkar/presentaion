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SemiBold"/>
      <p:regular r:id="rId201315"/>
    </p:embeddedFont>
    <p:embeddedFont>
      <p:font typeface="IBM Plex Sans Bold"/>
      <p:regular r:id="rId201316"/>
    </p:embeddedFont>
    <p:embeddedFont>
      <p:font typeface="Sora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2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2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83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939800"/>
            <a:ext cx="6603835" cy="4851400"/>
          </a:xfrm>
          <a:prstGeom prst="roundRect">
            <a:avLst>
              <a:gd name="adj" fmla="val 5026"/>
            </a:avLst>
          </a:prstGeom>
          <a:solidFill>
            <a:srgbClr val="083C35"/>
          </a:solidFill>
          <a:ln/>
          <a:effectLst>
            <a:outerShdw sx="100000" sy="100000" kx="0" ky="0" algn="bl" rotWithShape="0" blurRad="354330" dist="125730" dir="5400000">
              <a:srgbClr val="083c35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44569" y="1431480"/>
            <a:ext cx="614664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AUTONOMOUS INCIDENT TRIAGE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44569" y="1884462"/>
            <a:ext cx="5537061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b="1" spc="-140" kern="10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SnapTicket</a:t>
            </a:r>
            <a:endParaRPr lang="en-US" sz="56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600" b="1" spc="-140" kern="10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Agent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244569" y="3485424"/>
            <a:ext cx="5537061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Powered by Gemma 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44569" y="4011938"/>
            <a:ext cx="5537061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Bridging the gap between software crashes and engineering bug reports.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648174"/>
            <a:ext cx="4823399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THE TRIAGE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1947041"/>
            <a:ext cx="4366210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68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It crashed, but what actually happened?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3007023"/>
            <a:ext cx="4366210" cy="2211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Users send vague screenshots: “The screen froze.”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Mac crash logs (.ips files) hide deep in system folders and look like unreadable code.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Developers manually match screenshots to the right log lines.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737677" y="2268538"/>
            <a:ext cx="3150811" cy="2320925"/>
          </a:xfrm>
          <a:prstGeom prst="rect">
            <a:avLst/>
          </a:prstGeom>
          <a:solidFill>
            <a:srgbClr val="FFFFFF"/>
          </a:solidFill>
          <a:ln w="6350">
            <a:solidFill>
              <a:srgbClr val="CBD4C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1822" y="2452687"/>
            <a:ext cx="2782520" cy="15650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21822" y="4227251"/>
            <a:ext cx="2966666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“The screen froze.”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040884" y="2268538"/>
            <a:ext cx="3150811" cy="2320925"/>
          </a:xfrm>
          <a:prstGeom prst="rect">
            <a:avLst/>
          </a:prstGeom>
          <a:solidFill>
            <a:srgbClr val="FFFFFF"/>
          </a:solidFill>
          <a:ln w="6350">
            <a:solidFill>
              <a:srgbClr val="CBD4C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5029" y="2452687"/>
            <a:ext cx="2782520" cy="156507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225029" y="4227251"/>
            <a:ext cx="2966666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The .ips log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891459"/>
            <a:ext cx="3063203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THE CONNECTION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2190325"/>
            <a:ext cx="2606014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68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SnapTicket connects the clues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3790680"/>
            <a:ext cx="2606014" cy="1191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One agent turns scattered evidence into a shared understanding of the crash.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670" y="457184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82353" y="470916"/>
            <a:ext cx="6652153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Scans the evidence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82353" y="1050159"/>
            <a:ext cx="7109342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Scans local macOS diagnostic logs automatically.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670" y="2643866"/>
            <a:ext cx="431789" cy="431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82353" y="2657598"/>
            <a:ext cx="6652153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Accepts the screenshot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5082353" y="3236841"/>
            <a:ext cx="7109342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Accepts an error screenshot by drag and drop or paste.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670" y="4830548"/>
            <a:ext cx="431789" cy="431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82353" y="4844280"/>
            <a:ext cx="6652153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Reads both together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5082353" y="5423523"/>
            <a:ext cx="6652153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Gemma 4 reads the screenshot and log together to understand what went wrong.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3977481" y="2180332"/>
            <a:ext cx="8214214" cy="12700"/>
          </a:xfrm>
          <a:prstGeom prst="rect">
            <a:avLst/>
          </a:prstGeom>
          <a:solidFill>
            <a:srgbClr val="CBD4CE"/>
          </a:solidFill>
          <a:ln/>
        </p:spPr>
      </p:sp>
      <p:sp>
        <p:nvSpPr>
          <p:cNvPr id="15" name="Shape 10"/>
          <p:cNvSpPr/>
          <p:nvPr/>
        </p:nvSpPr>
        <p:spPr>
          <a:xfrm>
            <a:off x="3977481" y="4367014"/>
            <a:ext cx="8214214" cy="12700"/>
          </a:xfrm>
          <a:prstGeom prst="rect">
            <a:avLst/>
          </a:prstGeom>
          <a:solidFill>
            <a:srgbClr val="CBD4CE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280"/>
            <a:ext cx="1173450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THE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65147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68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From crash to clean report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450110"/>
            <a:ext cx="11734506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Four moves turn raw evidence into a report an engineer can use.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189" y="1970088"/>
            <a:ext cx="73916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189" y="2297875"/>
            <a:ext cx="5486263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Detect telemetry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189" y="2779939"/>
            <a:ext cx="5486263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Detect system crash telemetry instantly.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48244" y="1970088"/>
            <a:ext cx="73916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248244" y="2297875"/>
            <a:ext cx="5486263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Drop the screenshot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48244" y="2779939"/>
            <a:ext cx="5486263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Drop an error screenshot into the web dashboard.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189" y="3376116"/>
            <a:ext cx="73916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189" y="3703903"/>
            <a:ext cx="5486263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Generate the report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189" y="4185968"/>
            <a:ext cx="5486263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Generate the root cause, title, and reproduction steps in Markdown.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48244" y="3376116"/>
            <a:ext cx="73916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48244" y="3703903"/>
            <a:ext cx="5486263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Choose privacy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48244" y="4185968"/>
            <a:ext cx="5486263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Choose privacy settings: attach the screenshot or send text only.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91680"/>
            <a:ext cx="7162621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CONTROL WHEN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90547"/>
            <a:ext cx="6730832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68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Private by default.</a:t>
            </a:r>
            <a:endParaRPr lang="en-US" sz="34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400" b="1" spc="-68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Ready to dispatch.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8786" y="1875929"/>
            <a:ext cx="6730832" cy="2018209"/>
          </a:xfrm>
          <a:prstGeom prst="roundRect">
            <a:avLst>
              <a:gd name="adj" fmla="val 4493"/>
            </a:avLst>
          </a:prstGeom>
          <a:solidFill>
            <a:srgbClr val="E5E9D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1" y="2053729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1981" y="2645041"/>
            <a:ext cx="6324442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Privacy first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1981" y="3127105"/>
            <a:ext cx="6324442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Run 100% locally on a Mac with Ollama, or use Google AI Studio in the cloud.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58786" y="4046537"/>
            <a:ext cx="3289218" cy="2018209"/>
          </a:xfrm>
          <a:prstGeom prst="roundRect">
            <a:avLst>
              <a:gd name="adj" fmla="val 4493"/>
            </a:avLst>
          </a:prstGeom>
          <a:solidFill>
            <a:srgbClr val="E5E9D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4224338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1981" y="4815650"/>
            <a:ext cx="2882828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Smart dispatch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61981" y="5297714"/>
            <a:ext cx="2882828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Create a live GitHub issue through the API.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000400" y="4046537"/>
            <a:ext cx="3289218" cy="2018209"/>
          </a:xfrm>
          <a:prstGeom prst="roundRect">
            <a:avLst>
              <a:gd name="adj" fmla="val 4493"/>
            </a:avLst>
          </a:prstGeom>
          <a:solidFill>
            <a:srgbClr val="E5E9D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595" y="4224338"/>
            <a:ext cx="431789" cy="431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03595" y="4815650"/>
            <a:ext cx="2882828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Assisted support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203595" y="5297714"/>
            <a:ext cx="2882828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Use an assisted browser co-pilot for web support portals.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083C3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3" name="Text 1"/>
          <p:cNvSpPr/>
          <p:nvPr/>
        </p:nvSpPr>
        <p:spPr>
          <a:xfrm>
            <a:off x="558786" y="542480"/>
            <a:ext cx="3911502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THE PAYOFF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786" y="841347"/>
            <a:ext cx="3505112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68" kern="10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Turn 10 minutes of triage into 3 seconds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58786" y="5437513"/>
            <a:ext cx="3505112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SnapTicket removes the tedious work between a crash and an actionable incident report.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70288" y="0"/>
            <a:ext cx="7721407" cy="685800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7" name="Shape 5"/>
          <p:cNvSpPr/>
          <p:nvPr/>
        </p:nvSpPr>
        <p:spPr>
          <a:xfrm>
            <a:off x="4775081" y="533400"/>
            <a:ext cx="2903961" cy="2527201"/>
          </a:xfrm>
          <a:prstGeom prst="roundRect">
            <a:avLst>
              <a:gd name="adj" fmla="val 8442"/>
            </a:avLst>
          </a:prstGeom>
          <a:solidFill>
            <a:srgbClr val="0A7C78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92573" y="982663"/>
            <a:ext cx="2268977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b="1" spc="-180" kern="10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10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092573" y="2081165"/>
            <a:ext cx="2586469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MINUTES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92573" y="2400923"/>
            <a:ext cx="258646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Manual triage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83735" y="1654500"/>
            <a:ext cx="415022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703449" y="533400"/>
            <a:ext cx="2904060" cy="2527201"/>
          </a:xfrm>
          <a:prstGeom prst="rect">
            <a:avLst/>
          </a:prstGeom>
          <a:solidFill>
            <a:srgbClr val="0A7C78"/>
          </a:solidFill>
          <a:ln/>
        </p:spPr>
      </p:sp>
      <p:sp>
        <p:nvSpPr>
          <p:cNvPr id="13" name="Text 11"/>
          <p:cNvSpPr/>
          <p:nvPr/>
        </p:nvSpPr>
        <p:spPr>
          <a:xfrm>
            <a:off x="9008242" y="982663"/>
            <a:ext cx="229447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b="1" spc="-180" kern="10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9008242" y="2081165"/>
            <a:ext cx="2599268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SECONDS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08242" y="2400923"/>
            <a:ext cx="2599268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Clean incident report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775081" y="3365401"/>
            <a:ext cx="6832429" cy="577255"/>
          </a:xfrm>
          <a:prstGeom prst="roundRect">
            <a:avLst>
              <a:gd name="adj" fmla="val 36960"/>
            </a:avLst>
          </a:prstGeom>
          <a:solidFill>
            <a:srgbClr val="0A7C78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65576" y="3511578"/>
            <a:ext cx="6641934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Eliminates tedious bug reporting.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775081" y="4095055"/>
            <a:ext cx="6832429" cy="875109"/>
          </a:xfrm>
          <a:prstGeom prst="roundRect">
            <a:avLst>
              <a:gd name="adj" fmla="val 24380"/>
            </a:avLst>
          </a:prstGeom>
          <a:solidFill>
            <a:srgbClr val="0A7C78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65576" y="4241232"/>
            <a:ext cx="6451439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Turns messy crash evidence into a clean, actionable incident report.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775081" y="5122565"/>
            <a:ext cx="6832429" cy="849709"/>
          </a:xfrm>
          <a:prstGeom prst="rect">
            <a:avLst/>
          </a:prstGeom>
          <a:solidFill>
            <a:srgbClr val="F26A3D"/>
          </a:solidFill>
          <a:ln/>
        </p:spPr>
      </p:sp>
      <p:sp>
        <p:nvSpPr>
          <p:cNvPr id="21" name="Text 19"/>
          <p:cNvSpPr/>
          <p:nvPr/>
        </p:nvSpPr>
        <p:spPr>
          <a:xfrm>
            <a:off x="4952876" y="5256042"/>
            <a:ext cx="6476838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Future: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production-grade incident management across desktop apps.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2026-10-22T13:15:43Z</dcterms:created>
  <dcterms:modified xsi:type="dcterms:W3CDTF">2026-10-22T13:15:43Z</dcterms:modified>
</cp:coreProperties>
</file>